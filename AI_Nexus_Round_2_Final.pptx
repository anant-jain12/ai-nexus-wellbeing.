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PS-011 • HUMAN DEVELOPMENT &amp; HEALTH  •  ROUND 2: FINAL PRESENTATION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7F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</a:t>
            </a:r>
            <a:pPr indent="0" marL="0">
              <a:buNone/>
            </a:pPr>
            <a:r>
              <a:rPr lang="en-US" sz="4800" b="1" dirty="0">
                <a:solidFill>
                  <a:srgbClr val="FF48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Well-being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early-support system that identifies students needing assistance and connects them with the right campus support. Built and working.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8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TEAM: AI NEXUS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Vidhi Gupta (Leader)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389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Coordination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46704" y="3749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9584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Anant Jain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29584" y="4389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ML &amp; Backend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44768" y="3749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27648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Tanshi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327648" y="4389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&amp; UI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42832" y="3749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25712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Mahi Verma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125712" y="4389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&amp; Documentation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• PROBLEM STATEMENT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320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7F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PS-011: Student Well-being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being addressed and who it affects.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NEXUS  •  PS-011  •  NEXXATHON  •  ROUND 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514344" cy="1828800"/>
          </a:xfrm>
          <a:prstGeom prst="roundRect">
            <a:avLst>
              <a:gd name="adj" fmla="val 4000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9456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PRESSURE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06040"/>
            <a:ext cx="3057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Workload, exams and grade anxiety build up silently during a semester.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37304" y="2011680"/>
            <a:ext cx="3514344" cy="1828800"/>
          </a:xfrm>
          <a:prstGeom prst="roundRect">
            <a:avLst>
              <a:gd name="adj" fmla="val 4000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65904" y="219456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STRESS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65904" y="2606040"/>
            <a:ext cx="3057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Tuition, hostel fees and living costs create unspoken mental stress.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5968" y="2011680"/>
            <a:ext cx="3514344" cy="1828800"/>
          </a:xfrm>
          <a:prstGeom prst="roundRect">
            <a:avLst>
              <a:gd name="adj" fmla="val 4000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4568" y="219456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ISOLATION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54568" y="2606040"/>
            <a:ext cx="3057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Lack of belonging reduces focus and overall well-being.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343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HIDDEN STRUGGLES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75488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Institutions rarely have data-driven ways to spot students at risk before they drop out or burn out.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45352" y="416052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73952" y="4343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USERS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73952" y="475488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who need timely help, counsellors who need a prioritised outreach list, and support staff / institutions.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• FINAL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320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7F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Early-Intervention Pipeline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Signals in, prioritised human care out.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NEXUS  •  PS-011  •  NEXXATHON  •  ROUND 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2567178" cy="2011680"/>
          </a:xfrm>
          <a:prstGeom prst="roundRect">
            <a:avLst>
              <a:gd name="adj" fmla="val 3636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56032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COLLECT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71800"/>
            <a:ext cx="21099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self check-in plus academic signals: attendance, grades, LMS logins, late submissions, mood, fee stress.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90138" y="2377440"/>
            <a:ext cx="2567178" cy="2011680"/>
          </a:xfrm>
          <a:prstGeom prst="roundRect">
            <a:avLst>
              <a:gd name="adj" fmla="val 3636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8738" y="256032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DETECT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18738" y="2971800"/>
            <a:ext cx="21099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model gives a 0-100 risk score with the top factors behind 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31636" y="2377440"/>
            <a:ext cx="2567178" cy="2011680"/>
          </a:xfrm>
          <a:prstGeom prst="roundRect">
            <a:avLst>
              <a:gd name="adj" fmla="val 3636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0236" y="256032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TRIAGE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60236" y="2971800"/>
            <a:ext cx="21099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Counsellor dashboard lists students by priority with risk trend (rising or falling).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73134" y="2377440"/>
            <a:ext cx="2567178" cy="2011680"/>
          </a:xfrm>
          <a:prstGeom prst="roundRect">
            <a:avLst>
              <a:gd name="adj" fmla="val 3636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01734" y="256032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CONNECT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301734" y="2971800"/>
            <a:ext cx="21099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is matched to counselling, financial aid or campus resources.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8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solves the problem: problems are spotted early, explained, and routed to a human counsellor for the final decision.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• HOW THE PROJECT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320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7F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→ Processing → Output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architecture of the built prototype.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NEXUS  •  PS-011  •  NEXXATHON  •  ROUND 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920240" cy="2194560"/>
          </a:xfrm>
          <a:prstGeom prst="roundRect">
            <a:avLst>
              <a:gd name="adj" fmla="val 4762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260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7F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Check-in form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7F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Seeded student records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3017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48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834640" y="2194560"/>
            <a:ext cx="1920240" cy="2194560"/>
          </a:xfrm>
          <a:prstGeom prst="roundRect">
            <a:avLst>
              <a:gd name="adj" fmla="val 4762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34640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29260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7F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validation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7F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storage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017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48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120640" y="2194560"/>
            <a:ext cx="1920240" cy="2194560"/>
          </a:xfrm>
          <a:prstGeom prst="roundRect">
            <a:avLst>
              <a:gd name="adj" fmla="val 4762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20640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29260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7F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StandardScaler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7F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7F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score + factors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3017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48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406640" y="2194560"/>
            <a:ext cx="1920240" cy="2194560"/>
          </a:xfrm>
          <a:prstGeom prst="roundRect">
            <a:avLst>
              <a:gd name="adj" fmla="val 4762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06640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29260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7F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Token-protected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7F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counsellor dashboard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7F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017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48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692640" y="2194560"/>
            <a:ext cx="1920240" cy="2194560"/>
          </a:xfrm>
          <a:prstGeom prst="roundRect">
            <a:avLst>
              <a:gd name="adj" fmla="val 4762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92640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784080" y="29260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7F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Counselling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7F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aid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7F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Campus resources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48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HUMAN-IN-THE-LOOP: the AI gives an early signal; counsellors make every final assessment.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• TECHNOLOGY STACK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320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7F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Actually Used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 from the Round 1 plan, now implemented.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NEXUS  •  PS-011  •  NEXXATHON  •  ROUND 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408676" cy="1737360"/>
          </a:xfrm>
          <a:prstGeom prst="roundRect">
            <a:avLst>
              <a:gd name="adj" fmla="val 4211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94560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06040"/>
            <a:ext cx="49514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18 (with htm), single-page app: student check-in view and counsellor dashboard.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31636" y="2011680"/>
            <a:ext cx="5408676" cy="1737360"/>
          </a:xfrm>
          <a:prstGeom prst="roundRect">
            <a:avLst>
              <a:gd name="adj" fmla="val 4211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0236" y="2194560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60236" y="2606040"/>
            <a:ext cx="49514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+ FastAPI: REST APIs, input validation (Pydantic), token-based counsellor access.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408676" cy="1737360"/>
          </a:xfrm>
          <a:prstGeom prst="roundRect">
            <a:avLst>
              <a:gd name="adj" fmla="val 4211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206240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617720"/>
            <a:ext cx="49514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for student records, scores, risk trend and support status.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4023360"/>
            <a:ext cx="5408676" cy="1737360"/>
          </a:xfrm>
          <a:prstGeom prst="roundRect">
            <a:avLst>
              <a:gd name="adj" fmla="val 4211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60236" y="4206240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ML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60236" y="4617720"/>
            <a:ext cx="49514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scikit-learn: StandardScaler + Logistic Regression (explainable), NumPy for data generation.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• LIVE DEMO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320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7F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Showcase and User Journey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Run: uvicorn main:app --reload  →  http://127.0.0.1:8000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NEXUS  •  PS-011  •  NEXXATHON  •  ROUND 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567178" cy="2377440"/>
          </a:xfrm>
          <a:prstGeom prst="roundRect">
            <a:avLst>
              <a:gd name="adj" fmla="val 3077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9456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CHECK-IN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06040"/>
            <a:ext cx="210997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attendance, grades, LMS activity, late work, mood and fee worries with sliders.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90138" y="2011680"/>
            <a:ext cx="2567178" cy="2377440"/>
          </a:xfrm>
          <a:prstGeom prst="roundRect">
            <a:avLst>
              <a:gd name="adj" fmla="val 3077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8738" y="219456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RISK RESULT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18738" y="2606040"/>
            <a:ext cx="210997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out of 100, priority level, main signals and matched support in milliseconds.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31636" y="2011680"/>
            <a:ext cx="2567178" cy="2377440"/>
          </a:xfrm>
          <a:prstGeom prst="roundRect">
            <a:avLst>
              <a:gd name="adj" fmla="val 3077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0236" y="219456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LOGIN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60236" y="2606040"/>
            <a:ext cx="210997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login opens the prioritised list, KPIs and risk distribution chart.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73134" y="2011680"/>
            <a:ext cx="2567178" cy="2377440"/>
          </a:xfrm>
          <a:prstGeom prst="roundRect">
            <a:avLst>
              <a:gd name="adj" fmla="val 3077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01734" y="219456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CONNECT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301734" y="2606040"/>
            <a:ext cx="210997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click marks the student as connected to counselling or financial aid.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48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Major features: explainable risk factors • risk trend • support matching • pseudonymous IDs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• 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320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7F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Achieved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tested on a held-out 20% split (600 records, synthetic dataset).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NEXUS  •  PS-011  •  NEXXATHON  •  ROUND 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860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48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91.7%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108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46704" y="20116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46704" y="22860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48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93.8%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3346704" y="3108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High-risk recall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44768" y="20116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44768" y="22860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48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0.976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144768" y="3108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ROC-AUC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42832" y="20116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42832" y="22860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48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time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8942832" y="3108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scoring per check-in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297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70916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Held-out test split; recall prioritised so at-risk students are not missed. Class weights balance the data.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45352" y="411480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3952" y="4297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HONEST NOTE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73952" y="470916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is synthetic for the demo. Next step: validate on real, consented campus data with fairness audits.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• UNIQUENESS &amp; INNOVATION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320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7F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AI Nexus Different?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innovation is the complete pipeline, not just a prediction model.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NEXUS  •  PS-011  •  NEXXATHON  •  ROUND 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514344" cy="1828800"/>
          </a:xfrm>
          <a:prstGeom prst="roundRect">
            <a:avLst>
              <a:gd name="adj" fmla="val 4000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9456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MULTI-SIGNAL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06040"/>
            <a:ext cx="3057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Academic, engagement and self check-in signals combined.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37304" y="2011680"/>
            <a:ext cx="3514344" cy="1828800"/>
          </a:xfrm>
          <a:prstGeom prst="roundRect">
            <a:avLst>
              <a:gd name="adj" fmla="val 4000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65904" y="219456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EXPLAINABLE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65904" y="2606040"/>
            <a:ext cx="3057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score shows the top factors behind 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5968" y="2011680"/>
            <a:ext cx="3514344" cy="1828800"/>
          </a:xfrm>
          <a:prstGeom prst="roundRect">
            <a:avLst>
              <a:gd name="adj" fmla="val 4000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4568" y="219456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 TO SUPPORT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54568" y="2606040"/>
            <a:ext cx="3057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 to counselling, financial aid or resources.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3514344" cy="1828800"/>
          </a:xfrm>
          <a:prstGeom prst="roundRect">
            <a:avLst>
              <a:gd name="adj" fmla="val 4000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29768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BY DESIGN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709160"/>
            <a:ext cx="3057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Pseudonymous IDs and role-based access.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37304" y="4114800"/>
            <a:ext cx="3514344" cy="1828800"/>
          </a:xfrm>
          <a:prstGeom prst="roundRect">
            <a:avLst>
              <a:gd name="adj" fmla="val 4000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65904" y="429768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565904" y="4709160"/>
            <a:ext cx="3057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Scores are outreach indicators, never diagnoses.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25968" y="4114800"/>
            <a:ext cx="3514344" cy="1828800"/>
          </a:xfrm>
          <a:prstGeom prst="roundRect">
            <a:avLst>
              <a:gd name="adj" fmla="val 4000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54568" y="429768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TREND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354568" y="4709160"/>
            <a:ext cx="3057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whether a student is getting better or worse.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• TEAM CONTRIBUTION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320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7F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Did What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 responsibilities.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NEXUS  •  PS-011  •  NEXXATHON  •  ROUND 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408676" cy="1737360"/>
          </a:xfrm>
          <a:prstGeom prst="roundRect">
            <a:avLst>
              <a:gd name="adj" fmla="val 4211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94560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VIDHI GUPTA (Leader)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06040"/>
            <a:ext cx="49514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coordination, planning, integration and final presentation.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31636" y="2011680"/>
            <a:ext cx="5408676" cy="1737360"/>
          </a:xfrm>
          <a:prstGeom prst="roundRect">
            <a:avLst>
              <a:gd name="adj" fmla="val 4211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0236" y="2194560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ANANT JAIN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60236" y="2606040"/>
            <a:ext cx="49514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AI/ML model, risk scoring, FastAPI backend and database.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408676" cy="1737360"/>
          </a:xfrm>
          <a:prstGeom prst="roundRect">
            <a:avLst>
              <a:gd name="adj" fmla="val 4211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206240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TANSHI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617720"/>
            <a:ext cx="49514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frontend: student check-in and counsellor dashboard UI.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4023360"/>
            <a:ext cx="5408676" cy="1737360"/>
          </a:xfrm>
          <a:prstGeom prst="roundRect">
            <a:avLst>
              <a:gd name="adj" fmla="val 4211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60236" y="4206240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MAHI VERMA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60236" y="4617720"/>
            <a:ext cx="49514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Research, problem analysis, documentation and slides.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• GITHUB &amp; RESOURCES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320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7F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and Resources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needed to run the project.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NEXUS  •  PS-011  •  NEXXATHON  •  ROUND 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9456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06040"/>
            <a:ext cx="1063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github.com/&lt;your-username&gt;/ai-nexus-wellbeing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749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LOCALLY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16052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 install -r requirements.txt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uvicorn main:app --reload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45352" y="35661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7100E"/>
          </a:solidFill>
          <a:ln w="12700">
            <a:solidFill>
              <a:srgbClr val="3D2B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73952" y="3749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416052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2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README with setup and demo flow, PS-011 Round 1 deck, counsellor demo passcode in README.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37744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7F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</a:t>
            </a:r>
            <a:pPr algn="ctr" indent="0" marL="0">
              <a:buNone/>
            </a:pPr>
            <a:r>
              <a:rPr lang="en-US" sz="4800" b="1" dirty="0">
                <a:solidFill>
                  <a:srgbClr val="FF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0" y="34747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8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NEXUS • Student Well-being Early Support System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0" y="41148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2026-09-24T04:47:15Z</dcterms:created>
  <dcterms:modified xsi:type="dcterms:W3CDTF">2026-09-24T04:47:15Z</dcterms:modified>
</cp:coreProperties>
</file>